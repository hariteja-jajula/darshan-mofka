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  <a:latin typeface="Segoe UI"/>
              </a:rPr>
              <a:t>io_bench (C)  -  1 workload node + 1 broker/consumer  (CXI, 1 rank/node)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F"/>
                </a:solidFill>
                <a:latin typeface="Segoe UI"/>
              </a:rPr>
              <a:t>Realistic C train-style: dataset write + per-epoch re-read + cache-tiled matmul + stdio log. Overhead ~2.7% and stable across 3 reps. Events delivered with no loss. baseline=342.2s.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2103120"/>
          <a:ext cx="11429994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384662"/>
                <a:gridCol w="1384662"/>
                <a:gridCol w="1384662"/>
                <a:gridCol w="1384662"/>
                <a:gridCol w="1384662"/>
                <a:gridCol w="1384662"/>
                <a:gridCol w="1384662"/>
              </a:tblGrid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arm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init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per-push (us)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per-send (us)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finalize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events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walltime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overhead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FC3F7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342.2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darshan-only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343.1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+0.26%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0.898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10.11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1518.5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0.290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1,407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351.8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+2.81%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0.848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9.86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1470.1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0.250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1,407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350.9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+2.54%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0.602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10.02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1511.2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0.283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1,407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352.0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+2.86%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F"/>
                </a:solidFill>
                <a:latin typeface="Segoe UI"/>
              </a:rPr>
              <a:t>init/finalize = one-shot connector cost (total s). per-push/per-send = per-event averages (us); send is on the app critical path, push runs on the drain thread. baseline = no Darshan; darshan-only = Darshan instrumented, streaming off.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  <a:latin typeface="Segoe UI"/>
              </a:rPr>
              <a:t>io_bench (C)  -  4 workload nodes + 1 broker/consumer  (CXI, 1 rank/node, 2 consumers)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F"/>
                </a:solidFill>
                <a:latin typeface="Segoe UI"/>
              </a:rPr>
              <a:t>Same workload at 4x scale, 2 sharded consumers. Overhead does NOT grow with scale (~2.2%). events = sum across 4 workload nodes; delivered with no loss. baseline=342.2s.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2103120"/>
          <a:ext cx="11429994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384662"/>
                <a:gridCol w="1384662"/>
                <a:gridCol w="1384662"/>
                <a:gridCol w="1384662"/>
                <a:gridCol w="1384662"/>
                <a:gridCol w="1384662"/>
                <a:gridCol w="1384662"/>
              </a:tblGrid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arm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init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per-push (us)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per-send (us)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finalize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events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walltime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overhead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FC3F7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342.2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darshan-only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342.4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+0.06%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2.095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10.11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1409.6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0.232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5,628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349.7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+2.19%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0.796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10.13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1454.6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0.215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5,628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349.9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+2.25%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0.857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10.36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1427.3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0.259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5,628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349.9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+2.25%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F"/>
                </a:solidFill>
                <a:latin typeface="Segoe UI"/>
              </a:rPr>
              <a:t>init/finalize = one-shot connector cost (total s). per-push/per-send = per-event averages (us); send is on the app critical path, push runs on the drain thread. baseline = no Darshan; darshan-only = Darshan instrumented, streaming 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