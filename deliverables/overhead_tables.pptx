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Darshan → Mofka streaming overhead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A1AF"/>
                </a:solidFill>
                <a:latin typeface="Segoe UI"/>
              </a:rPr>
              <a:t>Per-workload wall-clock breakdown of the connector's three timed phases - Init, Push, Finalize - plus total streaming overhead and total run time. Lossless delivery (every event delivered, fidelity EXACT). 2 nodes, 1 task + 1 broker, memory partition, ofi+tcp. All times in seconds.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C3F7"/>
                </a:solidFill>
                <a:latin typeface="Segoe UI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3A1AF"/>
                </a:solidFill>
                <a:latin typeface="Segoe UI"/>
              </a:rPr>
              <a:t>Tight-loop POSIX/STDIO microbenchmark - 250k back-to-back 64-byte write()s, one push each.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7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5279"/>
                <a:gridCol w="274320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37160" marR="137160" marT="36576" marB="36576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Time (s)</a:t>
                      </a:r>
                    </a:p>
                  </a:txBody>
                  <a:tcPr marL="137160" marR="137160" marT="36576" marB="36576">
                    <a:solidFill>
                      <a:srgbClr val="141B2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Init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0.269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Push (250,025 pushes)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0.084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5.823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streaming overhead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6.674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run time (streaming)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19.274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F"/>
                </a:solidFill>
                <a:latin typeface="Segoe UI"/>
              </a:rPr>
              <a:t>Total streaming overhead = streaming wall - baseline wall. Init/Finalize are near-constant; Push scales with I/O volume.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C3F7"/>
                </a:solidFill>
                <a:latin typeface="Segoe UI"/>
              </a:rPr>
              <a:t>python-ml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3A1AF"/>
                </a:solidFill>
                <a:latin typeface="Segoe UI"/>
              </a:rPr>
              <a:t>Shard read + train + checkpoint; real compute interleaves I/O.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7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5279"/>
                <a:gridCol w="274320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37160" marR="137160" marT="36576" marB="36576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Time (s)</a:t>
                      </a:r>
                    </a:p>
                  </a:txBody>
                  <a:tcPr marL="137160" marR="137160" marT="36576" marB="36576">
                    <a:solidFill>
                      <a:srgbClr val="141B2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Init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0.339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Push (2,160,233 pushes)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1.519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0.397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streaming overhead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21.676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run time (streaming)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178.110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F"/>
                </a:solidFill>
                <a:latin typeface="Segoe UI"/>
              </a:rPr>
              <a:t>Total streaming overhead = streaming wall - baseline wall. Init/Finalize are near-constant; Push scales with I/O 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C3F7"/>
                </a:solidFill>
                <a:latin typeface="Segoe UI"/>
              </a:rPr>
              <a:t>mpi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3A1AF"/>
                </a:solidFill>
                <a:latin typeface="Segoe UI"/>
              </a:rPr>
              <a:t>Collective MPI-IO with fsync each step; each push rides an fsync-bound step.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7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5279"/>
                <a:gridCol w="274320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37160" marR="137160" marT="36576" marB="36576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Time (s)</a:t>
                      </a:r>
                    </a:p>
                  </a:txBody>
                  <a:tcPr marL="137160" marR="137160" marT="36576" marB="36576">
                    <a:solidFill>
                      <a:srgbClr val="141B2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Init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0.228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Push (2,000,010 pushes)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34.510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6.568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streaming overhead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35.195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run time (streaming)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63.224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F"/>
                </a:solidFill>
                <a:latin typeface="Segoe UI"/>
              </a:rPr>
              <a:t>Total streaming overhead = streaming wall - baseline wall. Init/Finalize are near-constant; Push scales with I/O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C3F7"/>
                </a:solidFill>
                <a:latin typeface="Segoe UI"/>
              </a:rPr>
              <a:t>dlio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3A1AF"/>
                </a:solidFill>
                <a:latin typeface="Segoe UI"/>
              </a:rPr>
              <a:t>DLIO Benchmark dataset-generation stage - writes NPZ dataset files (TF/numpy).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7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5279"/>
                <a:gridCol w="274320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37160" marR="137160" marT="36576" marB="36576">
                    <a:solidFill>
                      <a:srgbClr val="141B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Time (s)</a:t>
                      </a:r>
                    </a:p>
                  </a:txBody>
                  <a:tcPr marL="137160" marR="137160" marT="36576" marB="36576">
                    <a:solidFill>
                      <a:srgbClr val="141B2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Init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0.299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Push (161,363 pushes)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0.268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0.206</a:t>
                      </a:r>
                    </a:p>
                  </a:txBody>
                  <a:tcPr marL="137160" marR="137160" marT="36576" marB="36576">
                    <a:solidFill>
                      <a:srgbClr val="1A222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streaming overhead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2.350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run time (streaming)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44.235</a:t>
                      </a:r>
                    </a:p>
                  </a:txBody>
                  <a:tcPr marL="137160" marR="137160" marT="36576" marB="36576">
                    <a:solidFill>
                      <a:srgbClr val="1220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A1AF"/>
                </a:solidFill>
                <a:latin typeface="Segoe UI"/>
              </a:rPr>
              <a:t>Total streaming overhead = streaming wall - baseline wall. Init/Finalize are near-constant; Push scales with I/O volume.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