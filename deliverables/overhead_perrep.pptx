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FC3F7"/>
                </a:solidFill>
                <a:latin typeface="Segoe UI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F"/>
                </a:solidFill>
                <a:latin typeface="Segoe UI"/>
              </a:rPr>
              <a:t>Tight-loop POSIX/STDIO microbenchmark - back-to-back 64-byte write()s, one push each.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1AF"/>
                </a:solidFill>
                <a:latin typeface="Segoe UI"/>
              </a:rPr>
              <a:t>2 nodes, 1 task + 1 broker, memory partition, ofi+tcp. Lossless block mode.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57400"/>
          <a:ext cx="1106423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432559"/>
                <a:gridCol w="1432559"/>
                <a:gridCol w="1432559"/>
                <a:gridCol w="1432559"/>
                <a:gridCol w="1432559"/>
                <a:gridCol w="1432559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Arm / Rep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Wall (s)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Init (ms)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Push avg (us)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Finalize (s)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Overhead vs baseline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Pushes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Baseline (no Darshan)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14.579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 (ref)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Darshan runtime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14.621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0.005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+0.3%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Streaming rep1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73.577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888.736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19.939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8.043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+404.7%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2,250,025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Streaming rep2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70.310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106.161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19.255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7.227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+382.3%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2,250,025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Streaming rep3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72.840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30.404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20.159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7.730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+399.6%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2,250,025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Overhead vs baseline = (rep wall - mean baseline wall) / mean baseline wall. Pushes == events (lossless).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FC3F7"/>
                </a:solidFill>
                <a:latin typeface="Segoe UI"/>
              </a:rPr>
              <a:t>python-ml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F"/>
                </a:solidFill>
                <a:latin typeface="Segoe UI"/>
              </a:rPr>
              <a:t>Shard read + train + checkpoint; real compute interleaves I/O.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1AF"/>
                </a:solidFill>
                <a:latin typeface="Segoe UI"/>
              </a:rPr>
              <a:t>2 nodes, 1 task + 1 broker, memory partition, ofi+tcp. Lossless block mode.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57400"/>
          <a:ext cx="1106423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432559"/>
                <a:gridCol w="1432559"/>
                <a:gridCol w="1432559"/>
                <a:gridCol w="1432559"/>
                <a:gridCol w="1432559"/>
                <a:gridCol w="1432559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Arm / Rep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Wall (s)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Init (ms)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Push avg (us)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Finalize (s)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Overhead vs baseline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Pushes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Baseline (no Darshan)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156.434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 (ref)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Darshan runtime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159.959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0.006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+2.3%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Streaming rep1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181.645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958.235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0.699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0.027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+16.1%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2,160,233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Streaming rep2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178.768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29.709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0.734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1.045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+14.3%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2,160,233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Streaming rep3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173.917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30.253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0.677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0.118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+11.2%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2,160,233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Overhead vs baseline = (rep wall - mean baseline wall) / mean baseline wall. Pushes == events (lossless).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FC3F7"/>
                </a:solidFill>
                <a:latin typeface="Segoe UI"/>
              </a:rPr>
              <a:t>mpi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F"/>
                </a:solidFill>
                <a:latin typeface="Segoe UI"/>
              </a:rPr>
              <a:t>Collective MPI-IO with fsync each step; each push rides an fsync-bound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1AF"/>
                </a:solidFill>
                <a:latin typeface="Segoe UI"/>
              </a:rPr>
              <a:t>2 nodes, 1 task + 1 broker, memory partition, ofi+tcp. Lossless block mode.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57400"/>
          <a:ext cx="1106423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432559"/>
                <a:gridCol w="1432559"/>
                <a:gridCol w="1432559"/>
                <a:gridCol w="1432559"/>
                <a:gridCol w="1432559"/>
                <a:gridCol w="1432559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Arm / Rep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Wall (s)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Init (ms)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Push avg (us)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Finalize (s)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Overhead vs baseline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Pushes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Baseline (no Darshan)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58.615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 (ref)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Darshan runtime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59.832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0.007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+2.1%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Streaming rep1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164.111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756.071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19.161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6.824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+180.0%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6,000,010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Streaming rep2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155.467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31.078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18.026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6.059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+165.2%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6,000,010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Streaming rep3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164.668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30.110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19.471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6.547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+180.9%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6,000,010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Overhead vs baseline = (rep wall - mean baseline wall) / mean baseline wall. Pushes == events (lossless).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FC3F7"/>
                </a:solidFill>
                <a:latin typeface="Segoe UI"/>
              </a:rPr>
              <a:t>dlio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F"/>
                </a:solidFill>
                <a:latin typeface="Segoe UI"/>
              </a:rPr>
              <a:t>DLIO Benchmark dataset-generation stage - writes NPZ dataset files (TF/numpy).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1AF"/>
                </a:solidFill>
                <a:latin typeface="Segoe UI"/>
              </a:rPr>
              <a:t>2 nodes, 1 task + 1 broker, memory partition, ofi+tcp. Lossless block mode.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57400"/>
          <a:ext cx="1106423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432559"/>
                <a:gridCol w="1432559"/>
                <a:gridCol w="1432559"/>
                <a:gridCol w="1432559"/>
                <a:gridCol w="1432559"/>
                <a:gridCol w="1432559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Arm / Rep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Wall (s)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Init (ms)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Push avg (us)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Finalize (s)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Overhead vs baseline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Pushes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Baseline (no Darshan)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114.318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 (ref)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Darshan runtime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121.560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0.009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+6.3%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Streaming rep1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126.247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858.927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2.657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0.202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+10.4%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428,302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Streaming rep2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128.583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26.415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2.545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0.035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+12.5%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427,446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Streaming rep3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124.900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26.462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2.458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0.188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+9.3%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427,446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Overhead vs baseline = (rep wall - mean baseline wall) / mean baseline wall. Pushes == events (lossless).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FC3F7"/>
                </a:solidFill>
                <a:latin typeface="Segoe UI"/>
              </a:rPr>
              <a:t>reasonable_io  (moderate-I/O, PID 2406583)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F"/>
                </a:solidFill>
                <a:latin typeface="Segoe UI"/>
              </a:rPr>
              <a:t>Representative C workload: ~600 application writes of 1 MiB each over a 5-minute run (not the tight-loop 64-byte microbenchmark).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1AF"/>
                </a:solidFill>
                <a:latin typeface="Segoe UI"/>
              </a:rPr>
              <a:t>2 nodes, 1 task + 1 broker, memory partition, ofi+tcp. Lossless block mode. Fidelity PASS (18 counters, 0 diffs, native == streamed).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5740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9436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FC3F7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L="109728" marR="109728" marT="27432" marB="27432">
                    <a:solidFill>
                      <a:srgbClr val="141B2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Application writes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599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Bytes written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628,097,024  (599.0 MiB)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Wall time (elapsed)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300.274 s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Streamed docs (events)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E8EDF2"/>
                          </a:solidFill>
                          <a:latin typeface="Segoe UI"/>
                        </a:rPr>
                        <a:t>639</a:t>
                      </a:r>
                    </a:p>
                  </a:txBody>
                  <a:tcPr marL="109728" marR="109728" marT="27432" marB="27432">
                    <a:solidFill>
                      <a:srgbClr val="1A222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Push latency per op (sampled)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~5-21 us typical  (0.95-30.3 us range)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Finalize (drain + flush)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0.629 s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Finalize tail vs run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~0.21% of 300 s</a:t>
                      </a:r>
                    </a:p>
                  </a:txBody>
                  <a:tcPr marL="109728" marR="109728" marT="27432" marB="27432">
                    <a:solidFill>
                      <a:srgbClr val="1220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At realistic I/O granularity (1 MiB writes) the connector streams few, large events, so per-push cost stays a few us and the finalize/drain tail is negligible (~0.2%).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