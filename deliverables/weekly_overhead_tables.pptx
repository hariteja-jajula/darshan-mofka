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Darshan -&gt; Mofka streaming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3A1AF"/>
                </a:solidFill>
                <a:latin typeface="Segoe UI"/>
              </a:rPr>
              <a:t>Per-workload x scale: events, send, push, init, finalize, walltime, overhead. 5 workloads (C / Python / python-ml / MPI / DLIO) at two scales (1 and 4 workload nodes), each with one broker/consumer node. Rows = baseline + runtimeonly + 3 streaming reps. Overhead = streaming walltime - baseline walltime. 3 arms/job: 1 baseline rep, 1 runtimeonly rep, 3 streaming reps; ~10 min real work/rep. CXI 1 rank/node (C/Python/ML); TCP 32 ranks/node (MPI/DLIO).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io_bench (C)  -  1 workload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CXI, 1 rank/node, Adaptive batching. Compute-paced (~10 min/rep).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io_bench (C)  -  4 workload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CXI, 1 rank/node, Adaptive batching. Compute-paced (~10 min/rep).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io_bench_py (Python)  -  1 workload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CXI, 1 rank/node, Adaptive batching. Pure-Python matmul pacing.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io_bench_py (Python)  -  4 workload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CXI, 1 rank/node, Adaptive batching. Pure-Python matmul pacing.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python-ml (real ML)  -  1 workload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CXI, 1 rank/node. NumPy MLP: dataset + train + checkpoint (compute-bound).   [TELEMETRY (slim envelope; native .darshan = source of truth)]  (arms present: base=1 runtimeonly=1 streaming=3)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011680"/>
          <a:ext cx="11429999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58537"/>
                <a:gridCol w="1358537"/>
                <a:gridCol w="1358537"/>
                <a:gridCol w="1358537"/>
                <a:gridCol w="1358537"/>
                <a:gridCol w="1358537"/>
                <a:gridCol w="1358537"/>
              </a:tblGrid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send avg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push avg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249.1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runtimeonly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251.1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0.78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14.29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1.319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+7.6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16.84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0.156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254.5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+5.4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15.29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0.186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257.1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+8.1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send = app-critical-path enqueue (per-event avg, us). push/init/finalize = drain-thread + one-time connector cost. Baseline has no connector (-). overhead in seconds vs baseline walltime.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python-ml (real ML)  -  4 workload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CXI, 1 rank/node. NumPy MLP: dataset + train + checkpoint (compute-bound).   [TELEMETRY (slim envelope; native .darshan = source of truth)]  (arms present: base=1 runtimeonly=1 streaming=3)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011680"/>
          <a:ext cx="11429999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58537"/>
                <a:gridCol w="1358537"/>
                <a:gridCol w="1358537"/>
                <a:gridCol w="1358537"/>
                <a:gridCol w="1358537"/>
                <a:gridCol w="1358537"/>
                <a:gridCol w="1358537"/>
              </a:tblGrid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send avg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push avg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250.3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runtimeonly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250.3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1,505,890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14.32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2.036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258.2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+8.0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1,502,173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14.92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0.159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+5.7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1,706,380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11.83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0.180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+5.7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send = app-critical-path enqueue (per-event avg, us). push/init/finalize = drain-thread + one-time connector cost. Baseline has no connector (-). overhead in seconds vs baseline walltime.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mpi (collective MPI-IO)  -  1 workload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TCP, 32 ranks/node. MPI unsupported over CXI -&gt; legacy/TCP.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mpi (collective MPI-IO)  -  4 workload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TCP, 32 ranks/node. MPI unsupported over CXI -&gt; legacy/TCP.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dlio (DLIO data-gen)  -  1 workload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TCP, 32 ranks/node. TensorFlow NPZ data-generation.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C3F7"/>
                </a:solidFill>
                <a:latin typeface="Segoe UI"/>
              </a:rPr>
              <a:t>dlio (DLIO data-gen)  -  4 workload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TCP, 32 ranks/node. TensorFlow NPZ data-generation.  (arms present: base=0 runtimeonly=0 streaming=0)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(no completed runs yet for this workload x scale)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