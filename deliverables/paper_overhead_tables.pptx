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Segoe UI"/>
              </a:rPr>
              <a:t>Darshan -&gt; Mofka streaming overhead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91840"/>
            <a:ext cx="106984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93A1AF"/>
                </a:solidFill>
                <a:latin typeface="Segoe UI"/>
              </a:rPr>
              <a:t>Per-workload table: events, send, push, init, finalize, walltime, overhead (all seconds). Batch size = Adaptive. Rows = baseline + 3 streaming reps. Overhead = streaming walltime - baseline walltime. Overlap-friendly regime; message service on its own node. Fidelity EXACT (every streamed integer counter matches native). Darshan 3.4.4, log format 3.41. CXI 1 rank/node (C/Python/ML); TCP 32 ranks/node (MPI/DLIO).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4FC3F7"/>
                </a:solidFill>
                <a:latin typeface="Segoe UI"/>
              </a:rPr>
              <a:t>io_bench (C)  -  CXI, 1 rank/node, Adaptive batching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430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3A1AF"/>
                </a:solidFill>
                <a:latin typeface="Segoe UI"/>
              </a:rPr>
              <a:t>Overlap-friendly POSIX write/read + sleep. Fidelity EXACT. walltime = WORK region.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2011680"/>
          <a:ext cx="11429999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358537"/>
                <a:gridCol w="1358537"/>
                <a:gridCol w="1358537"/>
                <a:gridCol w="1358537"/>
                <a:gridCol w="1358537"/>
                <a:gridCol w="1358537"/>
                <a:gridCol w="1358537"/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arm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events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send avg (us)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push avg (us)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init (s)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finalize (s)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walltime (s)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overhead (s)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4FC3F7"/>
                          </a:solidFill>
                          <a:latin typeface="Segoe UI"/>
                        </a:rPr>
                        <a:t>baseline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600.7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0.0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4FC3F7"/>
                          </a:solidFill>
                          <a:latin typeface="Segoe UI"/>
                        </a:rPr>
                        <a:t>streaming r1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37,899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2.19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19.16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1.245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0.0001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602.0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+1.3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4FC3F7"/>
                          </a:solidFill>
                          <a:latin typeface="Segoe UI"/>
                        </a:rPr>
                        <a:t>streaming r2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37,899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2.21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19.04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0.192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0.0001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601.8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+1.1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4FC3F7"/>
                          </a:solidFill>
                          <a:latin typeface="Segoe UI"/>
                        </a:rPr>
                        <a:t>streaming r3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37,899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2.23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18.76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0.183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0.0001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601.8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+1.1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126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3A1AF"/>
                </a:solidFill>
                <a:latin typeface="Segoe UI"/>
              </a:rPr>
              <a:t>send = app-critical-path enqueue (total s). push/init/finalize = drain-thread + one-time connector cost (total s). Baseline has no connector (-). overhead in seconds vs baseline.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4FC3F7"/>
                </a:solidFill>
                <a:latin typeface="Segoe UI"/>
              </a:rPr>
              <a:t>io_bench_py (Python)  -  CXI, 1 rank/node, Adaptive batching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430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3A1AF"/>
                </a:solidFill>
                <a:latin typeface="Segoe UI"/>
              </a:rPr>
              <a:t>Overlap-friendly POSIX write/read + sleep. Fidelity EXACT. walltime = WORK region.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2011680"/>
          <a:ext cx="11429999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358537"/>
                <a:gridCol w="1358537"/>
                <a:gridCol w="1358537"/>
                <a:gridCol w="1358537"/>
                <a:gridCol w="1358537"/>
                <a:gridCol w="1358537"/>
                <a:gridCol w="1358537"/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arm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events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send avg (us)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push avg (us)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init (s)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finalize (s)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walltime (s)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overhead (s)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4FC3F7"/>
                          </a:solidFill>
                          <a:latin typeface="Segoe UI"/>
                        </a:rPr>
                        <a:t>baseline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558.4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0.0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4FC3F7"/>
                          </a:solidFill>
                          <a:latin typeface="Segoe UI"/>
                        </a:rPr>
                        <a:t>streaming r1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36,851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2.14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21.55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0.223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0.0001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558.5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+0.1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4FC3F7"/>
                          </a:solidFill>
                          <a:latin typeface="Segoe UI"/>
                        </a:rPr>
                        <a:t>streaming r2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36,851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2.12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24.50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0.416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0.0001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556.8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-1.6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4FC3F7"/>
                          </a:solidFill>
                          <a:latin typeface="Segoe UI"/>
                        </a:rPr>
                        <a:t>streaming r3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36,851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2.21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19.49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0.165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0.0001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556.3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-2.1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126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3A1AF"/>
                </a:solidFill>
                <a:latin typeface="Segoe UI"/>
              </a:rPr>
              <a:t>send = app-critical-path enqueue (total s). push/init/finalize = drain-thread + one-time connector cost (total s). Baseline has no connector (-). overhead in seconds vs baseline.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4FC3F7"/>
                </a:solidFill>
                <a:latin typeface="Segoe UI"/>
              </a:rPr>
              <a:t>python-ml (real ML: dataset + train + checkpoint)  -  CXI, 1 rank/node, Adaptive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430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3A1AF"/>
                </a:solidFill>
                <a:latin typeface="Segoe UI"/>
              </a:rPr>
              <a:t>NumPy/PyTorch, compute-bound. Fidelity EXACT. walltime = WORK region.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2011680"/>
          <a:ext cx="11429999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358537"/>
                <a:gridCol w="1358537"/>
                <a:gridCol w="1358537"/>
                <a:gridCol w="1358537"/>
                <a:gridCol w="1358537"/>
                <a:gridCol w="1358537"/>
                <a:gridCol w="1358537"/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arm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events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send avg (us)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push avg (us)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init (s)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finalize (s)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walltime (s)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overhead (s)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4FC3F7"/>
                          </a:solidFill>
                          <a:latin typeface="Segoe UI"/>
                        </a:rPr>
                        <a:t>baseline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211.3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0.0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4FC3F7"/>
                          </a:solidFill>
                          <a:latin typeface="Segoe UI"/>
                        </a:rPr>
                        <a:t>streaming r1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154,538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0.73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46.10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0.542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0.0001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351.6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+140.3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4FC3F7"/>
                          </a:solidFill>
                          <a:latin typeface="Segoe UI"/>
                        </a:rPr>
                        <a:t>streaming r2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154,538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0.79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45.35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0.159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0.0002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348.5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+137.2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4FC3F7"/>
                          </a:solidFill>
                          <a:latin typeface="Segoe UI"/>
                        </a:rPr>
                        <a:t>streaming r3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154,538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0.77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41.60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0.182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0.0001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350.4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+139.1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126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3A1AF"/>
                </a:solidFill>
                <a:latin typeface="Segoe UI"/>
              </a:rPr>
              <a:t>send = app-critical-path enqueue (total s). push/init/finalize = drain-thread + one-time connector cost (total s). Baseline has no connector (-). overhead in seconds vs baseline.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4FC3F7"/>
                </a:solidFill>
                <a:latin typeface="Segoe UI"/>
              </a:rPr>
              <a:t>mpi (collective MPI-IO, shared file)  -  TCP, 32 ranks/node, Adaptive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430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3A1AF"/>
                </a:solidFill>
                <a:latin typeface="Segoe UI"/>
              </a:rPr>
              <a:t>MPI unsupported over CXI. Paced (IO_SLEEP_MS) for a comparable ~600 s wall. Fidelity EXACT (32-&gt;1 aggregated).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2011680"/>
          <a:ext cx="11429999" cy="19202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358537"/>
                <a:gridCol w="1358537"/>
                <a:gridCol w="1358537"/>
                <a:gridCol w="1358537"/>
                <a:gridCol w="1358537"/>
                <a:gridCol w="1358537"/>
                <a:gridCol w="1358537"/>
              </a:tblGrid>
              <a:tr h="640079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arm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events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send avg (us)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push avg (us)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init (s)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finalize (s)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walltime (s)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overhead (s)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</a:tr>
              <a:tr h="640079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4FC3F7"/>
                          </a:solidFill>
                          <a:latin typeface="Segoe UI"/>
                        </a:rPr>
                        <a:t>baseline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602.4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0.0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</a:tr>
              <a:tr h="640081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4FC3F7"/>
                          </a:solidFill>
                          <a:latin typeface="Segoe UI"/>
                        </a:rPr>
                        <a:t>streaming r1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39,770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15.0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67.2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2.70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0.003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600.7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-1.7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126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3A1AF"/>
                </a:solidFill>
                <a:latin typeface="Segoe UI"/>
              </a:rPr>
              <a:t>send = app-critical-path enqueue (total s). push/init/finalize = drain-thread + one-time connector cost (total s). Baseline has no connector (-). overhead in seconds vs baseline.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4FC3F7"/>
                </a:solidFill>
                <a:latin typeface="Segoe UI"/>
              </a:rPr>
              <a:t>dlio (DLIO benchmark dataset-generation)  -  TCP, 32 ranks/node, Adaptive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430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3A1AF"/>
                </a:solidFill>
                <a:latin typeface="Segoe UI"/>
              </a:rPr>
              <a:t>TensorFlow NPZ data-gen. Fidelity EXACT (32-&gt;1 aggregated). Wall = cold/warm-dominated -&gt; per-event cost is the metric.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2011680"/>
          <a:ext cx="11429999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358537"/>
                <a:gridCol w="1358537"/>
                <a:gridCol w="1358537"/>
                <a:gridCol w="1358537"/>
                <a:gridCol w="1358537"/>
                <a:gridCol w="1358537"/>
                <a:gridCol w="1358537"/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arm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events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send avg (us)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push avg (us)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init (s)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finalize (s)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walltime (s)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4FC3F7"/>
                          </a:solidFill>
                          <a:latin typeface="Segoe UI"/>
                        </a:rPr>
                        <a:t>overhead (s)</a:t>
                      </a:r>
                    </a:p>
                  </a:txBody>
                  <a:tcPr marL="45720" marR="45720" marT="27432" marB="27432">
                    <a:solidFill>
                      <a:srgbClr val="141B23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4FC3F7"/>
                          </a:solidFill>
                          <a:latin typeface="Segoe UI"/>
                        </a:rPr>
                        <a:t>baseline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-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n/a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n/a</a:t>
                      </a:r>
                    </a:p>
                  </a:txBody>
                  <a:tcPr marL="45720" marR="45720" marT="27432" marB="27432">
                    <a:solidFill>
                      <a:srgbClr val="12202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4FC3F7"/>
                          </a:solidFill>
                          <a:latin typeface="Segoe UI"/>
                        </a:rPr>
                        <a:t>streaming r1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475,994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3.0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38.0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3.25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0.004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n/a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n/a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4FC3F7"/>
                          </a:solidFill>
                          <a:latin typeface="Segoe UI"/>
                        </a:rPr>
                        <a:t>streaming r2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475,994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4.6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42.5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4.09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0.005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n/a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E8EDF2"/>
                          </a:solidFill>
                          <a:latin typeface="Segoe UI"/>
                        </a:rPr>
                        <a:t>n/a</a:t>
                      </a:r>
                    </a:p>
                  </a:txBody>
                  <a:tcPr marL="45720" marR="45720" marT="27432" marB="27432">
                    <a:solidFill>
                      <a:srgbClr val="1A222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126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3A1AF"/>
                </a:solidFill>
                <a:latin typeface="Segoe UI"/>
              </a:rPr>
              <a:t>send = app-critical-path enqueue (total s). push/init/finalize = drain-thread + one-time connector cost (total s). Baseline has no connector (-). overhead in seconds vs baseline.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