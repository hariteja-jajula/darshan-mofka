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Darshan -&gt; Mofka streaming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93A1AF"/>
                </a:solidFill>
                <a:latin typeface="Segoe UI"/>
              </a:rPr>
              <a:t>Per-workload connector cost: Init, Per-push, Finalize, Total streaming overhead, and Wall time. Overlap-friendly regime; message service on its own node; Adaptive batching; median of streaming reps. Lossless delivery, fidelity EXACT (every streamed integer counter matches native). Darshan runtime 3.4.4, log format 3.41. cray-mpich 9.0.1, libfabric 2.2.0rc1. CXI (1 rank/node) for C/Python/ML; TCP (32 ranks/node) for MPI/DLIO (MPI is unsupported over CXI).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FC3F7"/>
                </a:solidFill>
                <a:latin typeface="Segoe UI"/>
              </a:rPr>
              <a:t>io_bench (C)  -  CXI, 1 rank/node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Overlap-friendly POSIX write/read + sleep. 37,899 events. 3 reps. Fidelity EXACT.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66344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 (one-time)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0.19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Per-push cost (37,899 events)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19.0 us/event  (0.72 s total)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0.0001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 (self-timed)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0.98 s  =  0.16 % of run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Wall time (baseline -&gt; streaming)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600.7 -&gt; 601.8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Self-timed overhead = Init + Push + Send + Finalize, measured inside the process. Per-push runs off the app critical path (drain thread); app pays only a ~2 us enqueue.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FC3F7"/>
                </a:solidFill>
                <a:latin typeface="Segoe UI"/>
              </a:rPr>
              <a:t>io_bench_py (Python)  -  CXI, 1 rank/node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Overlap-friendly POSIX write/read + sleep. 36,851 events. 3 reps. Fidelity EXACT.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66344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 (one-time)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0.17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Per-push cost (36,851 events)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21.5 us/event  (0.79 s total)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0.0001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 (self-timed)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1.10 s  =  0.20 % of run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Wall time (baseline -&gt; streaming)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558.4 -&gt; 556.8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Self-timed overhead = Init + Push + Send + Finalize, measured inside the process. Per-push runs off the app critical path (drain thread); app pays only a ~2 us enqueue.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FC3F7"/>
                </a:solidFill>
                <a:latin typeface="Segoe UI"/>
              </a:rPr>
              <a:t>python-ml (real ML: dataset + train epochs + checkpoint)  -  CXI, 1 rank/node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NumPy/PyTorch, compute-bound. 154,538 events. 3 reps. Fidelity EXACT.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66344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 (one-time)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0.18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Per-push cost (154,538 events)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45.3 us/event  (7.01 s total)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0.0002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 (self-timed)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7.29 s  =  2.1 % of run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Wall time (baseline -&gt; streaming)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211.3 -&gt; 348.5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Self-timed overhead = Init + Push + Send + Finalize, measured inside the process. Per-push runs off the app critical path (drain thread); app pays only a ~2 us enqueue.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FC3F7"/>
                </a:solidFill>
                <a:latin typeface="Segoe UI"/>
              </a:rPr>
              <a:t>mpi (collective MPI-IO, shared file)  -  TCP, 32 ranks/node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MPI unsupported over CXI. 26,566 events. 3 reps. Fidelity EXACT (32-&gt;1 aggregated).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66344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 (one-time, median)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3.05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Per-push cost (26,566 events)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35.1 us/event  (0.93 s total)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0.37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 (self-timed)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4.67 s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Wall time (baseline -&gt; streaming)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932 -&gt; 918 s  (arm-to-arm, ~0 %)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Self-timed overhead = Init + Push + Send + Finalize, measured inside the process. Per-push runs off the app critical path (drain thread); app pays only a ~2 us enqueue.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4FC3F7"/>
                </a:solidFill>
                <a:latin typeface="Segoe UI"/>
              </a:rPr>
              <a:t>dlio (DLIO benchmark dataset-generation)  -  TCP, 32 ranks/node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A1AF"/>
                </a:solidFill>
                <a:latin typeface="Segoe UI"/>
              </a:rPr>
              <a:t>TensorFlow NPZ data-gen. 475,994 events. 2 reps. Fidelity EXACT (32-&gt;1 aggregated).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4663440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4FC3F7"/>
                          </a:solidFill>
                          <a:latin typeface="Segoe UI"/>
                        </a:rPr>
                        <a:t>Cost</a:t>
                      </a:r>
                    </a:p>
                  </a:txBody>
                  <a:tcPr marL="137160" marR="137160" marT="45720" marB="45720">
                    <a:solidFill>
                      <a:srgbClr val="141B2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Init (one-time)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3.7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Per-push cost (475,994 events)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40.3 us/event  (19.2 s total)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Finalize (drain + flush)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0.004 s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Total streaming overhead (self-timed)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Segoe UI"/>
                        </a:rPr>
                        <a:t>24.7 s</a:t>
                      </a:r>
                    </a:p>
                  </a:txBody>
                  <a:tcPr marL="137160" marR="137160" marT="45720" marB="45720">
                    <a:solidFill>
                      <a:srgbClr val="1220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Wall time (baseline -&gt; streaming)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E8EDF2"/>
                          </a:solidFill>
                          <a:latin typeface="Segoe UI"/>
                        </a:rPr>
                        <a:t>1030 -&gt; 943 s  (arm-to-arm, ~0 %)</a:t>
                      </a:r>
                    </a:p>
                  </a:txBody>
                  <a:tcPr marL="137160" marR="137160" marT="45720" marB="45720">
                    <a:solidFill>
                      <a:srgbClr val="1A222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3A1AF"/>
                </a:solidFill>
                <a:latin typeface="Segoe UI"/>
              </a:rPr>
              <a:t>Self-timed overhead = Init + Push + Send + Finalize, measured inside the process. Per-push runs off the app critical path (drain thread); app pays only a ~2 us enqueue.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