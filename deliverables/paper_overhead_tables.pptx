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Darshan -&gt; Mofka streaming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3A1AF"/>
                </a:solidFill>
                <a:latin typeface="Segoe UI"/>
              </a:rPr>
              <a:t>Per-workload table: events, send, push, init, finalize, walltime, overhead (all seconds). Batch size = Adaptive. Rows = baseline + 3 streaming reps. Overhead = streaming walltime - baseline walltime. Overlap-friendly regime; message service on its own node. Fidelity EXACT (every streamed integer counter matches native). Darshan 3.4.4, log format 3.41. CXI 1 rank/node (C/Python/ML); TCP 32 ranks/node (MPI/DLIO).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 (C)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 POSIX write/read + sleep. Fidelity EXACT. walltime = WORK region.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600.7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1.245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602.0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0.192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18.76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io_bench_py (Python)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 POSIX write/read + sleep. Fidelity EXACT. walltime = WORK region.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558.4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21.55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0.223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+0.1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24.50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0.416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19.49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0.165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-2.1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python-ml (real ML: dataset + train + checkpoint)  -  CXI, 1 rank/node,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NumPy/PyTorch, compute-bound. Fidelity EXACT. walltime = WORK region.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211.3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46.10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0.542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+140.3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45.35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0.159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348.5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+137.2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41.60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350.4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+139.1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mpi (collective MPI-IO, shared file)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MPI unsupported over CXI. Fidelity EXACT (32-&gt;1 aggregated). Workload is I/O-trivial (0.34 s); per-event cost is the metric, wall n/a.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0.34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26,566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7.32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35.09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3.05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1.14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0.34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26,566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11.95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32.73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46.3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0.37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0.34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26,566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15.74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3.86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0.34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dlio (DLIO benchmark dataset-generation)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TensorFlow NPZ data-gen. Fidelity EXACT (32-&gt;1 aggregated). Per-event cost is the metric.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3.00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37.96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3.25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4.62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42.54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4.10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