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python-ml  -  1 workload node + 1 broker/consumer  (CXI, 1 rank/node)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Real NumPy MLP: dataset + train + checkpoint. Thread-capped. Fixed identical work. Overhead ~3% and stable across 3 reps. baseline=249.0s.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249.0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251.1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+0.8%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1.319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14.29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0.77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+3.09%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0.156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16.84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254.5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+2.21%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0.186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15.29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257.1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+3.25%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python-ml  -  4 workload nodes + 1 broker/consumer  (CXI, 1 rank/node)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Same workload at 4x scale. Overhead does NOT grow with scale (~2.6%). events = sum across 4 workload nodes (~1.5-1.7M). per-push/send are per-event averages. baseline=250.3s.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250.3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250.3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2.065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16.44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0.0017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1,505,890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258.2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+3.16%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0.153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11.55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1,502,173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+2.28%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0.196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9.99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1.05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1,706,380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+2.28%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